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RDF confirms amorphous nature: first peak preserves local bonding, but peaks decay to 1.0 beyond second neighbor shell.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Amorphorization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BBCCDD"/>
                </a:solidFill>
                <a:latin typeface="Calibri"/>
              </a:defRPr>
            </a:pPr>
            <a:r>
              <a:t>Generating amorphous structures via melt-quench 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9AABB"/>
                </a:solidFill>
                <a:latin typeface="Calibri"/>
              </a:defRPr>
            </a:pPr>
            <a:r>
              <a:t>AtomisticSkills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0" y="3017520"/>
            <a:ext cx="4876495" cy="0"/>
          </a:xfrm>
          <a:prstGeom prst="line">
            <a:avLst/>
          </a:prstGeom>
          <a:ln w="254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What is Amorphorization?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Goal: Generate disordered, amorphous structures from crystalline inputs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Method: Melt-quench molecular dynamics protocol using MLIPs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Use case: Study properties of glasses, amorphous electrolytes, coatings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Tools: MACE / CHGNet foundation potentials + MCP run_md tool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Melt-Quench Protocol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3-Stage Melt-Quench Protocol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3847" y="1463040"/>
          <a:ext cx="9144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Temperature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Duration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Thermostat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1. Melting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3000 K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 ps (5000 steps)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NVT Langevin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Destroy crystalline order</a:t>
                      </a:r>
                    </a:p>
                  </a:txBody>
                  <a:tcPr anchor="ctr" marL="73152" marR="73152" marT="36576" marB="36576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2. Quenching</a:t>
                      </a:r>
                    </a:p>
                  </a:txBody>
                  <a:tcPr anchor="ctr" marL="73152" marR="73152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3000 K -&gt; 300 K</a:t>
                      </a:r>
                    </a:p>
                  </a:txBody>
                  <a:tcPr anchor="ctr" marL="73152" marR="73152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 ps (5000 steps)</a:t>
                      </a:r>
                    </a:p>
                  </a:txBody>
                  <a:tcPr anchor="ctr" marL="73152" marR="73152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NVT Langevin</a:t>
                      </a:r>
                    </a:p>
                  </a:txBody>
                  <a:tcPr anchor="ctr" marL="73152" marR="73152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Freeze disordered state</a:t>
                      </a:r>
                    </a:p>
                  </a:txBody>
                  <a:tcPr anchor="ctr" marL="73152" marR="73152" marT="36576" marB="36576">
                    <a:solidFill>
                      <a:srgbClr val="F2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3. Equilibration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300 K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5 ps (2500 steps)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NVT Bussi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Relax to equilibrium</a:t>
                      </a:r>
                    </a:p>
                  </a:txBody>
                  <a:tcPr anchor="ctr" marL="73152" marR="73152" marT="36576" marB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Key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Supercell: &gt;100 atoms to avoid periodicity artifacts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Melt temperature: ~1000 K above experimental melting point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Cooling rate: 1-10 K/ps (typical MD quench rate)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Final step: Static relaxation (0 K) to find local energy minimum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Timestep: 2 fs throughout all stages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Example: LiCl Amorphorization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LiCl Example — Setup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267047" y="1463040"/>
          <a:ext cx="3657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Material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LiCl (Lithium Chloride)</a:t>
                      </a:r>
                    </a:p>
                  </a:txBody>
                  <a:tcPr anchor="ctr" marL="73152" marR="73152" marT="36576" marB="36576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Starting structure</a:t>
                      </a:r>
                    </a:p>
                  </a:txBody>
                  <a:tcPr anchor="ctr" marL="73152" marR="73152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Crystalline rocksalt (Fm-3m)</a:t>
                      </a:r>
                    </a:p>
                  </a:txBody>
                  <a:tcPr anchor="ctr" marL="73152" marR="73152" marT="36576" marB="36576">
                    <a:solidFill>
                      <a:srgbClr val="F2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Supercell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3 x 3 x 2 expansion (~108 atoms)</a:t>
                      </a:r>
                    </a:p>
                  </a:txBody>
                  <a:tcPr anchor="ctr" marL="73152" marR="73152" marT="36576" marB="36576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MLIP Model</a:t>
                      </a:r>
                    </a:p>
                  </a:txBody>
                  <a:tcPr anchor="ctr" marL="73152" marR="73152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MACE-OMAT-0-small</a:t>
                      </a:r>
                    </a:p>
                  </a:txBody>
                  <a:tcPr anchor="ctr" marL="73152" marR="73152" marT="36576" marB="36576">
                    <a:solidFill>
                      <a:srgbClr val="F2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Crystalline density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2.07 g/cm3</a:t>
                      </a:r>
                    </a:p>
                  </a:txBody>
                  <a:tcPr anchor="ctr" marL="73152" marR="73152" marT="36576" marB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Crystalline LiCl — Rocksalt Structure</a:t>
            </a:r>
          </a:p>
        </p:txBody>
      </p:sp>
      <p:pic>
        <p:nvPicPr>
          <p:cNvPr id="4" name="Picture 3" descr="LiCl_crystal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267" y="1371600"/>
            <a:ext cx="699516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264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888888"/>
                </a:solidFill>
                <a:latin typeface="Calibri"/>
              </a:defRPr>
            </a:pPr>
            <a:r>
              <a:t>3x3x2 supercell (~108 atoms), Fm-3m space group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Amorphous LiCl — After Melt-Quench</a:t>
            </a:r>
          </a:p>
        </p:txBody>
      </p:sp>
      <p:pic>
        <p:nvPicPr>
          <p:cNvPr id="4" name="Picture 3" descr="LiCl_amorph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267" y="1371600"/>
            <a:ext cx="699516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264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888888"/>
                </a:solidFill>
                <a:latin typeface="Calibri"/>
              </a:defRPr>
            </a:pPr>
            <a:r>
              <a:t>Disordered structure after 3-stage melt-quench protocol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Radial Distribution Function (RDF) — Confirms Amorphous State</a:t>
            </a:r>
          </a:p>
        </p:txBody>
      </p:sp>
      <p:pic>
        <p:nvPicPr>
          <p:cNvPr id="4" name="Picture 3" descr="rdf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47" y="1371600"/>
            <a:ext cx="777240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264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888888"/>
                </a:solidFill>
                <a:latin typeface="Calibri"/>
              </a:defRPr>
            </a:pPr>
            <a:r>
              <a:t>Sharp first peak (Li-Cl at ~2.4 A) with no long-range periodicity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LiCl Results — Crystalline vs. Amorphous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352647" y="146304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Property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Crystalline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Amorphous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Density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2.07 g/cm3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1.66 g/cm3</a:t>
                      </a:r>
                    </a:p>
                  </a:txBody>
                  <a:tcPr anchor="ctr" marL="73152" marR="73152" marT="36576" marB="36576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Coordination Number</a:t>
                      </a:r>
                    </a:p>
                  </a:txBody>
                  <a:tcPr anchor="ctr" marL="73152" marR="73152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6 (rocksalt)</a:t>
                      </a:r>
                    </a:p>
                  </a:txBody>
                  <a:tcPr anchor="ctr" marL="73152" marR="73152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~4 (open network)</a:t>
                      </a:r>
                    </a:p>
                  </a:txBody>
                  <a:tcPr anchor="ctr" marL="73152" marR="73152" marT="36576" marB="36576">
                    <a:solidFill>
                      <a:srgbClr val="F2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Long-range order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Yes (sharp RDF peaks)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No (peaks decay to 1)</a:t>
                      </a:r>
                    </a:p>
                  </a:txBody>
                  <a:tcPr anchor="ctr" marL="73152" marR="73152" marT="36576" marB="36576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Structure type</a:t>
                      </a:r>
                    </a:p>
                  </a:txBody>
                  <a:tcPr anchor="ctr" marL="73152" marR="73152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Periodic lattice</a:t>
                      </a:r>
                    </a:p>
                  </a:txBody>
                  <a:tcPr anchor="ctr" marL="73152" marR="73152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Disordered network</a:t>
                      </a:r>
                    </a:p>
                  </a:txBody>
                  <a:tcPr anchor="ctr" marL="73152" marR="73152" marT="36576" marB="36576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Summary &amp;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Melt-quench protocol successfully generates amorphous LiCl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20% density reduction from crystalline to amorphous state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Coordination number drops from 6 to ~4, reflecting open network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RDF analysis confirms complete loss of long-range order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Protocol generalizes to other materials (oxides, sulfides, etc.)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  <a:latin typeface="Calibri"/>
              </a:defRPr>
            </a:pPr>
            <a:r>
              <a:t>Analysis tools: RDF + coordination number via analyze_amorphous.py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